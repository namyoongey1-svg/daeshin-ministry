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14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700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팀을 나눕니다. 유치부와 고학년이 한 팀에 고루 섞이도록 2~4팀으로 나눠 주세요. (1분)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설명 (1분). 한 칸을 열면 유치부 문제와 고학년 문제가 함께 나옵니다. 유치부 문제는 그 팀 유치부 친구가, 고학년 문제는 고학년 친구가 답해요. 점수는 칠판에 적어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달(번호)을 클릭하면 문제로 이동합니다. 빈 곳을 클릭하면 1번으로 넘어가니 꼭 숫자 달을 눌러 주세요. 4·8·11번이 특별 칸입니다(학생들에게는 비밀). 문제당 약 1분 30초.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특별 칸입니다. 점수를 반영한 뒤 "판으로" 버튼을 눌러 돌아가세요. (약 30초)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특별 칸입니다. 점수를 반영한 뒤 "판으로" 버튼을 눌러 돌아가세요. (약 30초)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특별 칸입니다. 점수를 반영한 뒤 "판으로" 버튼을 눌러 돌아가세요. (약 30초)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유치부 친구 먼저(약 30초), 그다음 고학년 친구(약 30초). 팀원끼리 도와줘도 좋아요. 답하면 "정답 보기".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 확인 후 점수를 적고 "판으로"를 누르세요. 빈 곳을 클릭하면 다음 문제로 넘어가 버리니 주의!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 합산 후 우승 팀 발표, 감사 기도로 마무리합니다. (1~2분)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slide" Target="slide20.xml"/><Relationship Id="rId3" Type="http://schemas.openxmlformats.org/officeDocument/2006/relationships/slide" Target="slide4.xml"/><Relationship Id="rId7" Type="http://schemas.openxmlformats.org/officeDocument/2006/relationships/slide" Target="slide10.xml"/><Relationship Id="rId12" Type="http://schemas.openxmlformats.org/officeDocument/2006/relationships/slide" Target="slide18.xml"/><Relationship Id="rId2" Type="http://schemas.openxmlformats.org/officeDocument/2006/relationships/notesSlide" Target="../notesSlides/notesSlide3.xml"/><Relationship Id="rId16" Type="http://schemas.openxmlformats.org/officeDocument/2006/relationships/slide" Target="slide25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11" Type="http://schemas.openxmlformats.org/officeDocument/2006/relationships/slide" Target="slide17.xml"/><Relationship Id="rId5" Type="http://schemas.openxmlformats.org/officeDocument/2006/relationships/slide" Target="slide6.xml"/><Relationship Id="rId15" Type="http://schemas.openxmlformats.org/officeDocument/2006/relationships/slide" Target="slide23.xml"/><Relationship Id="rId10" Type="http://schemas.openxmlformats.org/officeDocument/2006/relationships/slide" Target="slide15.xml"/><Relationship Id="rId4" Type="http://schemas.openxmlformats.org/officeDocument/2006/relationships/image" Target="../media/image2.png"/><Relationship Id="rId9" Type="http://schemas.openxmlformats.org/officeDocument/2006/relationships/slide" Target="slide13.xml"/><Relationship Id="rId14" Type="http://schemas.openxmlformats.org/officeDocument/2006/relationships/slide" Target="slide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slide" Target="slide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4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6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9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173736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164592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484632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89204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301752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1" name="Shape 9"/>
          <p:cNvSpPr/>
          <p:nvPr/>
        </p:nvSpPr>
        <p:spPr>
          <a:xfrm>
            <a:off x="5577840" y="822960"/>
            <a:ext cx="3017520" cy="3017520"/>
          </a:xfrm>
          <a:prstGeom prst="ellipse">
            <a:avLst/>
          </a:prstGeom>
          <a:solidFill>
            <a:srgbClr val="F5C542"/>
          </a:solidFill>
          <a:ln/>
          <a:effectLst>
            <a:outerShdw blurRad="381000" dist="50800" dir="16200000" algn="bl" rotWithShape="0">
              <a:srgbClr val="F5C542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D9A21B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2560320"/>
            <a:ext cx="731520" cy="731520"/>
          </a:xfrm>
          <a:prstGeom prst="ellipse">
            <a:avLst/>
          </a:prstGeom>
          <a:solidFill>
            <a:srgbClr val="D9A21B">
              <a:alpha val="4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1234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추석 </a:t>
            </a:r>
            <a:r>
              <a:rPr lang="en-US" sz="1800" b="1" dirty="0" err="1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맞이</a:t>
            </a:r>
            <a:r>
              <a:rPr lang="en-US" sz="18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성경 </a:t>
            </a:r>
            <a:r>
              <a:rPr lang="en-US" sz="1800" b="1" dirty="0" err="1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691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보름달</a:t>
            </a:r>
            <a:endParaRPr lang="en-US" sz="5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 뒤집기</a:t>
            </a:r>
            <a:endParaRPr lang="en-US" sz="5400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5FD9A68-6925-4872-B26E-6E223A530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490" y="85518"/>
            <a:ext cx="1396310" cy="517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173736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해요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2A356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나누기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유치부 친구와 고학년 친구가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팀이 돼요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2A3560"/>
          </a:solidFill>
          <a:ln/>
        </p:spPr>
      </p:sp>
      <p:sp>
        <p:nvSpPr>
          <p:cNvPr id="14" name="Shape 12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F5C54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920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1371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고르기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1810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돌아가며 1~12번 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하나를 골라요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65176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2A3560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2971800"/>
            <a:ext cx="640080" cy="640080"/>
          </a:xfrm>
          <a:prstGeom prst="ellipse">
            <a:avLst/>
          </a:prstGeom>
          <a:solidFill>
            <a:srgbClr val="F28AA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문제 동시에!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32735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문제는 유치부 100점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문제는 고학년 200점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3931920" cy="1280160"/>
          </a:xfrm>
          <a:prstGeom prst="roundRect">
            <a:avLst>
              <a:gd name="adj" fmla="val 10714"/>
            </a:avLst>
          </a:prstGeom>
          <a:solidFill>
            <a:srgbClr val="2A3560"/>
          </a:solidFill>
          <a:ln/>
        </p:spPr>
      </p:sp>
      <p:sp>
        <p:nvSpPr>
          <p:cNvPr id="24" name="Shape 22"/>
          <p:cNvSpPr/>
          <p:nvPr/>
        </p:nvSpPr>
        <p:spPr>
          <a:xfrm>
            <a:off x="4892040" y="2971800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920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2834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특별 칸 조심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760720" y="32735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보너스 · 꽝 · 선물 칸이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숨어 있어요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43434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0" y="4343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시작 ▶</a:t>
            </a:r>
            <a:endParaRPr lang="en-US" sz="1500" dirty="0"/>
          </a:p>
        </p:txBody>
      </p:sp>
      <p:pic>
        <p:nvPicPr>
          <p:cNvPr id="30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343400"/>
            <a:ext cx="219456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173736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164592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484632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89204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301752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번 달을 열어 볼까요?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48640" y="123444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000" dirty="0"/>
          </a:p>
        </p:txBody>
      </p:sp>
      <p:pic>
        <p:nvPicPr>
          <p:cNvPr id="14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34440"/>
            <a:ext cx="1188720" cy="118872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920240" y="123444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92024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000" dirty="0"/>
          </a:p>
        </p:txBody>
      </p:sp>
      <p:pic>
        <p:nvPicPr>
          <p:cNvPr id="17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1234440"/>
            <a:ext cx="1188720" cy="11887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291840" y="123444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29184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4000" dirty="0"/>
          </a:p>
        </p:txBody>
      </p:sp>
      <p:pic>
        <p:nvPicPr>
          <p:cNvPr id="20" name="Image 2" descr="preencoded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34440"/>
            <a:ext cx="1188720" cy="11887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663440" y="123444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66344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4000" dirty="0"/>
          </a:p>
        </p:txBody>
      </p:sp>
      <p:pic>
        <p:nvPicPr>
          <p:cNvPr id="23" name="Image 3" descr="preencoded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34440"/>
            <a:ext cx="1188720" cy="118872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035040" y="123444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03504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4000" dirty="0"/>
          </a:p>
        </p:txBody>
      </p:sp>
      <p:pic>
        <p:nvPicPr>
          <p:cNvPr id="26" name="Image 4" descr="preencoded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234440"/>
            <a:ext cx="1188720" cy="11887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406640" y="123444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406640" y="12344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000" dirty="0"/>
          </a:p>
        </p:txBody>
      </p:sp>
      <p:pic>
        <p:nvPicPr>
          <p:cNvPr id="29" name="Image 5" descr="preencoded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234440"/>
            <a:ext cx="1188720" cy="118872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548640" y="274320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4864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4000" dirty="0"/>
          </a:p>
        </p:txBody>
      </p:sp>
      <p:pic>
        <p:nvPicPr>
          <p:cNvPr id="32" name="Image 6" descr="preencoded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43200"/>
            <a:ext cx="1188720" cy="1188720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1920240" y="274320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192024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000" dirty="0"/>
          </a:p>
        </p:txBody>
      </p:sp>
      <p:pic>
        <p:nvPicPr>
          <p:cNvPr id="35" name="Image 7" descr="preencoded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743200"/>
            <a:ext cx="1188720" cy="118872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3291840" y="274320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329184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4000" dirty="0"/>
          </a:p>
        </p:txBody>
      </p:sp>
      <p:pic>
        <p:nvPicPr>
          <p:cNvPr id="38" name="Image 8" descr="preencoded.png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743200"/>
            <a:ext cx="1188720" cy="118872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4663440" y="274320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466344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4000" dirty="0"/>
          </a:p>
        </p:txBody>
      </p:sp>
      <p:pic>
        <p:nvPicPr>
          <p:cNvPr id="41" name="Image 9" descr="preencoded.png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743200"/>
            <a:ext cx="1188720" cy="1188720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6035040" y="274320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43" name="Text 31"/>
          <p:cNvSpPr txBox="1"/>
          <p:nvPr/>
        </p:nvSpPr>
        <p:spPr>
          <a:xfrm>
            <a:off x="603504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4000" dirty="0"/>
          </a:p>
        </p:txBody>
      </p:sp>
      <p:pic>
        <p:nvPicPr>
          <p:cNvPr id="44" name="Image 10" descr="preencoded.png">
            <a:hlinkClick r:id="rId14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743200"/>
            <a:ext cx="1188720" cy="1188720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7406640" y="2743200"/>
            <a:ext cx="1188720" cy="1188720"/>
          </a:xfrm>
          <a:prstGeom prst="ellipse">
            <a:avLst/>
          </a:prstGeom>
          <a:solidFill>
            <a:srgbClr val="F5C542"/>
          </a:solidFill>
          <a:ln w="25400">
            <a:solidFill>
              <a:srgbClr val="FFF3C4"/>
            </a:solidFill>
            <a:prstDash val="solid"/>
          </a:ln>
        </p:spPr>
      </p:sp>
      <p:sp>
        <p:nvSpPr>
          <p:cNvPr id="46" name="Text 33"/>
          <p:cNvSpPr txBox="1"/>
          <p:nvPr/>
        </p:nvSpPr>
        <p:spPr>
          <a:xfrm>
            <a:off x="7406640" y="2743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4000" dirty="0"/>
          </a:p>
        </p:txBody>
      </p:sp>
      <p:pic>
        <p:nvPicPr>
          <p:cNvPr id="47" name="Image 11" descr="preencoded.png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743200"/>
            <a:ext cx="1188720" cy="1188720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5486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칸은 칠판에 표시해 두세요</a:t>
            </a:r>
            <a:endParaRPr lang="en-US" sz="1200" dirty="0"/>
          </a:p>
        </p:txBody>
      </p:sp>
      <p:sp>
        <p:nvSpPr>
          <p:cNvPr id="49" name="Shape 35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50" name="Text 36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끝 ▶</a:t>
            </a:r>
            <a:endParaRPr lang="en-US" sz="1500" dirty="0"/>
          </a:p>
        </p:txBody>
      </p:sp>
      <p:pic>
        <p:nvPicPr>
          <p:cNvPr id="51" name="Image 12" descr="preencoded.png">
            <a:hlinkClick r:id="rId1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달 · 세상을 만드신 하나님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하나님이 첫째 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만드신 것은?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빛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자동차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하나님이 해와 달과 별을 만드신 날은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창조 몇째 날일까요?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1번 달 · 세상을 만드신 하나님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하나님이 첫째 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만드신 것은?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빛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자동차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하나님이 해와 달과 별을 만드신 날은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창조 몇째 날일까요?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넷째 날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1화 · 창세기 1장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 달 · 훌륭한 왕 히스기야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히스기야 왕은 우상을 부수고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성전을 깨끗하게 했어요.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2971800"/>
            <a:ext cx="1005840" cy="914400"/>
          </a:xfrm>
          <a:prstGeom prst="ellipse">
            <a:avLst/>
          </a:prstGeom>
          <a:solidFill>
            <a:srgbClr val="E1EE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2743200" y="2971800"/>
            <a:ext cx="1005840" cy="914400"/>
          </a:xfrm>
          <a:prstGeom prst="ellipse">
            <a:avLst/>
          </a:prstGeom>
          <a:solidFill>
            <a:srgbClr val="FDE3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320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하나님이 기도를 들어주셔서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히스기야 왕은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년을 더 살았을까요?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 달 · 훌륭한 왕 히스기야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히스기야 왕은 우상을 부수고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성전을 깨끗하게 했어요.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2971800"/>
            <a:ext cx="1005840" cy="914400"/>
          </a:xfrm>
          <a:prstGeom prst="ellipse">
            <a:avLst/>
          </a:prstGeom>
          <a:solidFill>
            <a:srgbClr val="3DA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2743200" y="2971800"/>
            <a:ext cx="1005840" cy="914400"/>
          </a:xfrm>
          <a:prstGeom prst="ellipse">
            <a:avLst/>
          </a:prstGeom>
          <a:solidFill>
            <a:srgbClr val="F1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하나님이 기도를 들어주셔서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히스기야 왕은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년을 더 살았을까요?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15년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72화 · 열왕기하 20장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달 · 사자굴에 갇힌 다니엘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다니엘이 갇힌 굴에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있던 동물은?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토끼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사자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기도하면 안 된다는 법이 생겨도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다니엘은 하루에 몇 번 기도했을까요?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 달 · 사자굴에 갇힌 다니엘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다니엘이 갇힌 굴에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있던 동물은?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토끼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사자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기도하면 안 된다는 법이 생겨도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다니엘은 하루에 몇 번 기도했을까요?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77화 · 다니엘 6장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173736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164592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484632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89204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301752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4번 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1051560"/>
            <a:ext cx="2834640" cy="2834640"/>
          </a:xfrm>
          <a:prstGeom prst="ellipse">
            <a:avLst/>
          </a:prstGeom>
          <a:solidFill>
            <a:srgbClr val="F5C542"/>
          </a:solidFill>
          <a:ln/>
          <a:effectLst>
            <a:outerShdw blurRad="317500" dist="50800" dir="16200000" algn="bl" rotWithShape="0">
              <a:srgbClr val="F5C542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10515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+300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188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보름달 보너스!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103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축하해요!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팀 점수 +300점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1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 달 · 유대인들을 구한 에스더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에스더 왕비는 용기를 내서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민족을 구했어요.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2971800"/>
            <a:ext cx="1005840" cy="914400"/>
          </a:xfrm>
          <a:prstGeom prst="ellipse">
            <a:avLst/>
          </a:prstGeom>
          <a:solidFill>
            <a:srgbClr val="E1EE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2743200" y="2971800"/>
            <a:ext cx="1005840" cy="914400"/>
          </a:xfrm>
          <a:prstGeom prst="ellipse">
            <a:avLst/>
          </a:prstGeom>
          <a:solidFill>
            <a:srgbClr val="FDE3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320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부모님을 잃은 에스더를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딸처럼 키워 준 사촌 오빠는?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5번 달 · 유대인들을 구한 에스더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에스더 왕비는 용기를 내서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민족을 구했어요.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2971800"/>
            <a:ext cx="1005840" cy="914400"/>
          </a:xfrm>
          <a:prstGeom prst="ellipse">
            <a:avLst/>
          </a:prstGeom>
          <a:solidFill>
            <a:srgbClr val="3DA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2743200" y="2971800"/>
            <a:ext cx="1005840" cy="914400"/>
          </a:xfrm>
          <a:prstGeom prst="ellipse">
            <a:avLst/>
          </a:prstGeom>
          <a:solidFill>
            <a:srgbClr val="F1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부모님을 잃은 에스더를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딸처럼 키워 준 사촌 오빠는?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모르드개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78·79화 · 에스더 2–7장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 달 · 세례 받으신 예수님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세례 받으신 예수님 위로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내려온 성령의 모습은?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비둘기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독수리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요단강에서 예수님께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세례를 준 사람은?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 달 · 세례 받으신 예수님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세례 받으신 예수님 위로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내려온 성령의 모습은?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비둘기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독수리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요단강에서 예수님께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세례를 준 사람은?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요한 (세례 요한)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84화 · 마태복음 3장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7번 달 · 시험 받으신 예수님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예수님은 마귀의 시험에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넘어가셨어요.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2971800"/>
            <a:ext cx="1005840" cy="914400"/>
          </a:xfrm>
          <a:prstGeom prst="ellipse">
            <a:avLst/>
          </a:prstGeom>
          <a:solidFill>
            <a:srgbClr val="E1EE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2743200" y="2971800"/>
            <a:ext cx="1005840" cy="914400"/>
          </a:xfrm>
          <a:prstGeom prst="ellipse">
            <a:avLst/>
          </a:prstGeom>
          <a:solidFill>
            <a:srgbClr val="FDE3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320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예수님은 광야에서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드시지 않고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 동안 기도하셨을까요?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7번 달 · 시험 받으신 예수님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예수님은 마귀의 시험에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넘어가셨어요.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2971800"/>
            <a:ext cx="1005840" cy="914400"/>
          </a:xfrm>
          <a:prstGeom prst="ellipse">
            <a:avLst/>
          </a:prstGeom>
          <a:solidFill>
            <a:srgbClr val="F1F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2743200" y="2971800"/>
            <a:ext cx="1005840" cy="914400"/>
          </a:xfrm>
          <a:prstGeom prst="ellipse">
            <a:avLst/>
          </a:prstGeom>
          <a:solidFill>
            <a:srgbClr val="3DAA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예수님은 광야에서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아무것도 드시지 않고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 동안 기도하셨을까요?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40일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85화 · 마태복음 4장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173736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164592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484632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89204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301752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8번 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1051560"/>
            <a:ext cx="2834640" cy="2834640"/>
          </a:xfrm>
          <a:prstGeom prst="ellipse">
            <a:avLst/>
          </a:prstGeom>
          <a:solidFill>
            <a:srgbClr val="E8743B"/>
          </a:solidFill>
          <a:ln/>
          <a:effectLst>
            <a:outerShdw blurRad="317500" dist="50800" dir="16200000" algn="bl" rotWithShape="0">
              <a:srgbClr val="E8743B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10515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꽝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188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앗, 꽝!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103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없어요.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팀 모두 '감사합니다!'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크게 외치면 +50점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1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9번 달 · 가나의 혼인 잔치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예수님이 물을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바꾸셨을까요?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우유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포도주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 말씀대로 하인들이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물을 채운 돌항아리는 몇 개?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9번 달 · 가나의 혼인 잔치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예수님이 물을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바꾸셨을까요?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우유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포도주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 말씀대로 하인들이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물을 채운 돌항아리는 몇 개?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86화 · 요한복음 2장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10번 달 · 사람을 낚는 어부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 말씀대로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그물을 내렸더니?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물고기 가득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FF1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텅 비었어요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베드로와 함께 그물을 끌어올린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베드로의 동생 이름은?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10번 달 · 사람을 낚는 어부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 말씀대로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그물을 내렸더니?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물고기 가득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0320" y="2971800"/>
            <a:ext cx="16459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560320" y="29718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텅 비었어요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베드로와 함께 그물을 끌어올린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베드로의 동생 이름은?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안드레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87화 · 누가복음 5장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173736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164592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484632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89204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301752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11번 달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1051560"/>
            <a:ext cx="2834640" cy="2834640"/>
          </a:xfrm>
          <a:prstGeom prst="ellipse">
            <a:avLst/>
          </a:prstGeom>
          <a:solidFill>
            <a:srgbClr val="F28AA5"/>
          </a:solidFill>
          <a:ln/>
          <a:effectLst>
            <a:outerShdw blurRad="317500" dist="50800" dir="16200000" algn="bl" rotWithShape="0">
              <a:srgbClr val="F28AA5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10515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선물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1188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토끼의 선물!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103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팀 하나를 골라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100점을 가져오세요!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1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12번 달 · 생명의 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생명의 물을 마시면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영원히 목마르지 않아요.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2971800"/>
            <a:ext cx="1005840" cy="914400"/>
          </a:xfrm>
          <a:prstGeom prst="ellipse">
            <a:avLst/>
          </a:prstGeom>
          <a:solidFill>
            <a:srgbClr val="E1EE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6F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2743200" y="2971800"/>
            <a:ext cx="1005840" cy="914400"/>
          </a:xfrm>
          <a:prstGeom prst="ellipse">
            <a:avLst/>
          </a:prstGeom>
          <a:solidFill>
            <a:srgbClr val="FDE3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74320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예수님이 사마리아 여인에게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물을 달라고 하신 곳은?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F1F2F6"/>
          </a:solidFill>
          <a:ln w="19050">
            <a:solidFill>
              <a:srgbClr val="C9CEDD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0A6B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정답은?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6344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2A3560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5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297680"/>
            <a:ext cx="1828800" cy="4572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보기 ▶</a:t>
            </a:r>
            <a:endParaRPr lang="en-US" sz="1500" dirty="0"/>
          </a:p>
        </p:txBody>
      </p:sp>
      <p:pic>
        <p:nvPicPr>
          <p:cNvPr id="28" name="Image 1" descr="preencoded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12번 달 · 생명의 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0" y="338328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3DAA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89520" y="33832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28AA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🐰 아기토끼 · 유치부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28A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100점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생명의 물을 마시면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영원히 목마르지 않아요.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188720" y="2971800"/>
            <a:ext cx="1005840" cy="914400"/>
          </a:xfrm>
          <a:prstGeom prst="ellipse">
            <a:avLst/>
          </a:prstGeom>
          <a:solidFill>
            <a:srgbClr val="3DA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2743200" y="2971800"/>
            <a:ext cx="1005840" cy="914400"/>
          </a:xfrm>
          <a:prstGeom prst="ellipse">
            <a:avLst/>
          </a:prstGeom>
          <a:solidFill>
            <a:srgbClr val="F1F2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43200" y="29718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5BAC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2040" y="12344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92040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🌕 보름달 · 고학년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1234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A2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17830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예수님이 사마리아 여인에게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물을 달라고 하신 곳은?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2971800"/>
            <a:ext cx="3474720" cy="777240"/>
          </a:xfrm>
          <a:prstGeom prst="roundRect">
            <a:avLst>
              <a:gd name="adj" fmla="val 23529"/>
            </a:avLst>
          </a:prstGeom>
          <a:solidFill>
            <a:srgbClr val="3DAA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2971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우물가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794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3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CBS 성경동화 87화 · 요한복음 4장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42976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F5C542"/>
          </a:solidFill>
          <a:ln w="19050">
            <a:solidFill>
              <a:srgbClr val="F5C54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◀ 판으로</a:t>
            </a:r>
            <a:endParaRPr lang="en-US" sz="1500" dirty="0"/>
          </a:p>
        </p:txBody>
      </p:sp>
      <p:pic>
        <p:nvPicPr>
          <p:cNvPr id="28" name="Image 0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29768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91440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0" y="18288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548640"/>
            <a:ext cx="54864" cy="54864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173736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0" y="164592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484632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4892040"/>
            <a:ext cx="45720" cy="45720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3017520"/>
            <a:ext cx="36576" cy="36576"/>
          </a:xfrm>
          <a:prstGeom prst="ellipse">
            <a:avLst/>
          </a:prstGeom>
          <a:solidFill>
            <a:srgbClr val="FFF3C4"/>
          </a:solidFill>
          <a:ln/>
        </p:spPr>
      </p:sp>
      <p:sp>
        <p:nvSpPr>
          <p:cNvPr id="11" name="Shape 9"/>
          <p:cNvSpPr/>
          <p:nvPr/>
        </p:nvSpPr>
        <p:spPr>
          <a:xfrm>
            <a:off x="3429000" y="411480"/>
            <a:ext cx="2286000" cy="2286000"/>
          </a:xfrm>
          <a:prstGeom prst="ellipse">
            <a:avLst/>
          </a:prstGeom>
          <a:solidFill>
            <a:srgbClr val="F5C542"/>
          </a:solidFill>
          <a:ln/>
          <a:effectLst>
            <a:outerShdw blurRad="381000" dist="50800" dir="16200000" algn="bl" rotWithShape="0">
              <a:srgbClr val="F5C542">
                <a:alpha val="5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29000" y="41148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우승 팀은?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9260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여호와께 감사하라 그는 선하시며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인자하심이 영원함이로다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5C5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시편 136:1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4E7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풍성한 추석, 하나님께 감사해요!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1609</Words>
  <Application>Microsoft Office PowerPoint</Application>
  <PresentationFormat>화면 슬라이드 쇼(16:9)</PresentationFormat>
  <Paragraphs>375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보름달 판 뒤집기</dc:title>
  <dc:subject>PptxGenJS Presentation</dc:subject>
  <dc:creator>PptxGenJS</dc:creator>
  <cp:lastModifiedBy>PCuser</cp:lastModifiedBy>
  <cp:revision>2</cp:revision>
  <dcterms:created xsi:type="dcterms:W3CDTF">2026-09-26T23:40:20Z</dcterms:created>
  <dcterms:modified xsi:type="dcterms:W3CDTF">2026-09-26T23:43:22Z</dcterms:modified>
</cp:coreProperties>
</file>